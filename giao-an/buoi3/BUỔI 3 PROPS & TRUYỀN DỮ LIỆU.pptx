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75" r:id="rId5"/>
    <p:sldId id="260" r:id="rId6"/>
    <p:sldId id="276" r:id="rId7"/>
    <p:sldId id="270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Bricolage Grotesque" panose="020B0604020202020204" charset="0"/>
      <p:regular r:id="rId13"/>
    </p:embeddedFont>
    <p:embeddedFont>
      <p:font typeface="Bricolage Grotesque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5677043" y="6462606"/>
            <a:ext cx="3467057" cy="4305236"/>
            <a:chOff x="0" y="0"/>
            <a:chExt cx="4622743" cy="5740315"/>
          </a:xfrm>
        </p:grpSpPr>
        <p:sp>
          <p:nvSpPr>
            <p:cNvPr id="5" name="Freeform 5"/>
            <p:cNvSpPr/>
            <p:nvPr/>
          </p:nvSpPr>
          <p:spPr>
            <a:xfrm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l="l" t="t" r="r" b="b"/>
              <a:pathLst>
                <a:path w="4872155" h="1665391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5462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954623" h="336039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474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lIns="18752" tIns="18752" rIns="18752" bIns="18752" rtlCol="0" anchor="ctr"/>
              <a:lstStyle/>
              <a:p>
                <a:pPr marL="0" lvl="0" indent="0" algn="ctr">
                  <a:lnSpc>
                    <a:spcPts val="755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371600" y="2476500"/>
            <a:ext cx="17378364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400" b="1" dirty="0" err="1" smtClean="0"/>
              <a:t>Buổi</a:t>
            </a:r>
            <a:r>
              <a:rPr lang="en-US" sz="6400" b="1" dirty="0" smtClean="0"/>
              <a:t> 3: PROPS </a:t>
            </a:r>
            <a:r>
              <a:rPr lang="en-US" sz="6400" b="1" dirty="0"/>
              <a:t>&amp; TRUYỀN DỮ LIỆU</a:t>
            </a:r>
            <a:endParaRPr lang="en-US" sz="6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16205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Nội dung buổi học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29200" y="4229100"/>
            <a:ext cx="9678972" cy="280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Props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là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gì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?</a:t>
            </a:r>
            <a:endParaRPr lang="en-US" sz="3500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Render List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trong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React</a:t>
            </a:r>
          </a:p>
          <a:p>
            <a:pPr marL="377932" lvl="1">
              <a:lnSpc>
                <a:spcPts val="7282"/>
              </a:lnSpc>
            </a:pP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3.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thực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hành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tại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lớp</a:t>
            </a:r>
            <a:endParaRPr lang="en-US" sz="3500" b="1" dirty="0" smtClean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Props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là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gì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5053" y="3543300"/>
            <a:ext cx="8909947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vi-VN" sz="3200" dirty="0"/>
              <a:t>Trong React, props (viết tắt của "properties") là một cách để truyền dữ liệu từ component cha xuống component con. </a:t>
            </a:r>
            <a:endParaRPr lang="en-US" sz="3200" dirty="0" smtClean="0"/>
          </a:p>
          <a:p>
            <a:pPr marL="323850" lvl="1">
              <a:lnSpc>
                <a:spcPts val="4500"/>
              </a:lnSpc>
            </a:pPr>
            <a:endParaRPr lang="en-US" sz="3200" dirty="0"/>
          </a:p>
          <a:p>
            <a:pPr marL="323850" lvl="1">
              <a:lnSpc>
                <a:spcPts val="4500"/>
              </a:lnSpc>
            </a:pPr>
            <a:r>
              <a:rPr lang="vi-VN" sz="3200" dirty="0" smtClean="0"/>
              <a:t>Props </a:t>
            </a:r>
            <a:r>
              <a:rPr lang="vi-VN" sz="3200" dirty="0"/>
              <a:t>cho phép bạn truyền thông tin và cấu hình cho các component, giúp chúng có thể tái sử dụng và cấu hình linh hoạt hơn.</a:t>
            </a:r>
            <a:endParaRPr lang="en-US" sz="3200" dirty="0">
              <a:solidFill>
                <a:srgbClr val="1E293B"/>
              </a:solidFill>
              <a:latin typeface="Bricolage Grotesque Bold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314700"/>
            <a:ext cx="7677150" cy="4617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66900"/>
            <a:ext cx="7318507" cy="7391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1896975"/>
            <a:ext cx="8058150" cy="736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2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30238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Cách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lấy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ra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dữ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liệu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73190"/>
            <a:ext cx="7677150" cy="46179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872101"/>
            <a:ext cx="9001256" cy="4602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30238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Render List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501" y="2019300"/>
            <a:ext cx="12062997" cy="775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4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3487400" y="2095500"/>
            <a:ext cx="43434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thực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hành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tại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lớp</a:t>
            </a:r>
            <a:endParaRPr lang="en-US" sz="6000" b="1" u="none" strike="noStrike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5493924" y="6934200"/>
            <a:ext cx="3467057" cy="4305236"/>
            <a:chOff x="0" y="0"/>
            <a:chExt cx="4622743" cy="5740315"/>
          </a:xfrm>
        </p:grpSpPr>
        <p:sp>
          <p:nvSpPr>
            <p:cNvPr id="15" name="Freeform 15"/>
            <p:cNvSpPr/>
            <p:nvPr/>
          </p:nvSpPr>
          <p:spPr>
            <a:xfrm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l="l" t="t" r="r" b="b"/>
              <a:pathLst>
                <a:path w="4872155" h="1665391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5462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954623" h="336039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lIns="18752" tIns="18752" rIns="18752" bIns="18752" rtlCol="0" anchor="ctr"/>
              <a:lstStyle/>
              <a:p>
                <a:pPr marL="0" lvl="0" indent="0" algn="ctr">
                  <a:lnSpc>
                    <a:spcPts val="755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42900"/>
            <a:ext cx="9677400" cy="9665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100</Words>
  <Application>Microsoft Office PowerPoint</Application>
  <PresentationFormat>Custom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Bricolage Grotesque</vt:lpstr>
      <vt:lpstr>Bricolage Grotesque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- BUỔI 1: TỪ RAZOR VIEW SANG JSX</dc:title>
  <dc:description>Bài thuyết trình - BUỔI 1: TỪ RAZOR VIEW SANG JSX</dc:description>
  <cp:lastModifiedBy>vtrust</cp:lastModifiedBy>
  <cp:revision>12</cp:revision>
  <dcterms:created xsi:type="dcterms:W3CDTF">2006-08-16T00:00:00Z</dcterms:created>
  <dcterms:modified xsi:type="dcterms:W3CDTF">2026-01-16T01:19:19Z</dcterms:modified>
  <dc:identifier>DAG8Mi2FD9A</dc:identifier>
</cp:coreProperties>
</file>