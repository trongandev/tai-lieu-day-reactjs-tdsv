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9" r:id="rId4"/>
    <p:sldId id="275" r:id="rId5"/>
    <p:sldId id="260" r:id="rId6"/>
    <p:sldId id="270" r:id="rId7"/>
  </p:sldIdLst>
  <p:sldSz cx="18288000" cy="10287000"/>
  <p:notesSz cx="6858000" cy="9144000"/>
  <p:embeddedFontLs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Bricolage Grotesque Bold" panose="020B0604020202020204" charset="0"/>
      <p:regular r:id="rId12"/>
    </p:embeddedFont>
    <p:embeddedFont>
      <p:font typeface="Bricolage Grotesque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2026-01-02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5677043" y="6462606"/>
            <a:ext cx="3467057" cy="4305236"/>
            <a:chOff x="0" y="0"/>
            <a:chExt cx="4622743" cy="5740315"/>
          </a:xfrm>
        </p:grpSpPr>
        <p:sp>
          <p:nvSpPr>
            <p:cNvPr id="5" name="Freeform 5"/>
            <p:cNvSpPr/>
            <p:nvPr/>
          </p:nvSpPr>
          <p:spPr>
            <a:xfrm rot="-2700000">
              <a:off x="-124706" y="1478676"/>
              <a:ext cx="4872155" cy="1665391"/>
            </a:xfrm>
            <a:custGeom>
              <a:avLst/>
              <a:gdLst/>
              <a:ahLst/>
              <a:cxnLst/>
              <a:rect l="l" t="t" r="r" b="b"/>
              <a:pathLst>
                <a:path w="4872155" h="1665391">
                  <a:moveTo>
                    <a:pt x="0" y="0"/>
                  </a:moveTo>
                  <a:lnTo>
                    <a:pt x="4872155" y="0"/>
                  </a:lnTo>
                  <a:lnTo>
                    <a:pt x="4872155" y="1665391"/>
                  </a:lnTo>
                  <a:lnTo>
                    <a:pt x="0" y="16653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xmlns="" r:embed="rId4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6" name="Group 6"/>
            <p:cNvGrpSpPr/>
            <p:nvPr/>
          </p:nvGrpSpPr>
          <p:grpSpPr>
            <a:xfrm rot="8100000">
              <a:off x="-106337" y="2577879"/>
              <a:ext cx="4835418" cy="1702128"/>
              <a:chOff x="0" y="0"/>
              <a:chExt cx="954623" cy="33603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954623" cy="336039"/>
              </a:xfrm>
              <a:custGeom>
                <a:avLst/>
                <a:gdLst/>
                <a:ahLst/>
                <a:cxnLst/>
                <a:rect l="l" t="t" r="r" b="b"/>
                <a:pathLst>
                  <a:path w="954623" h="336039">
                    <a:moveTo>
                      <a:pt x="751423" y="0"/>
                    </a:moveTo>
                    <a:cubicBezTo>
                      <a:pt x="863647" y="0"/>
                      <a:pt x="954623" y="75225"/>
                      <a:pt x="954623" y="168020"/>
                    </a:cubicBezTo>
                    <a:cubicBezTo>
                      <a:pt x="954623" y="260814"/>
                      <a:pt x="863647" y="336039"/>
                      <a:pt x="75142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64748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19050"/>
                <a:ext cx="954623" cy="355089"/>
              </a:xfrm>
              <a:prstGeom prst="rect">
                <a:avLst/>
              </a:prstGeom>
            </p:spPr>
            <p:txBody>
              <a:bodyPr lIns="18752" tIns="18752" rIns="18752" bIns="18752" rtlCol="0" anchor="ctr"/>
              <a:lstStyle/>
              <a:p>
                <a:pPr marL="0" lvl="0" indent="0" algn="ctr">
                  <a:lnSpc>
                    <a:spcPts val="755"/>
                  </a:lnSpc>
                  <a:spcBef>
                    <a:spcPct val="0"/>
                  </a:spcBef>
                </a:pPr>
                <a:endParaRPr/>
              </a:p>
            </p:txBody>
          </p:sp>
        </p:grpSp>
      </p:grpSp>
      <p:sp>
        <p:nvSpPr>
          <p:cNvPr id="9" name="TextBox 9"/>
          <p:cNvSpPr txBox="1"/>
          <p:nvPr/>
        </p:nvSpPr>
        <p:spPr>
          <a:xfrm>
            <a:off x="1371600" y="2476500"/>
            <a:ext cx="17378364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6400" b="1" dirty="0" err="1" smtClean="0"/>
              <a:t>Buổi</a:t>
            </a:r>
            <a:r>
              <a:rPr lang="en-US" sz="6400" b="1" dirty="0" smtClean="0"/>
              <a:t> 3: PROPS </a:t>
            </a:r>
            <a:r>
              <a:rPr lang="en-US" sz="6400" b="1" dirty="0"/>
              <a:t>&amp; TRUYỀN DỮ LIỆU</a:t>
            </a:r>
            <a:endParaRPr lang="en-US" sz="6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1162050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Nội dung buổi học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029200" y="4229100"/>
            <a:ext cx="9678972" cy="2808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864" lvl="1" indent="-377932">
              <a:lnSpc>
                <a:spcPts val="7282"/>
              </a:lnSpc>
              <a:buFontTx/>
              <a:buAutoNum type="arabicPeriod"/>
            </a:pPr>
            <a:r>
              <a:rPr lang="en-US" sz="3500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Props </a:t>
            </a:r>
            <a:r>
              <a:rPr lang="en-US" sz="3500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là</a:t>
            </a:r>
            <a:r>
              <a:rPr lang="en-US" sz="3500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500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gì</a:t>
            </a:r>
            <a:r>
              <a:rPr lang="en-US" sz="3500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?</a:t>
            </a:r>
            <a:endParaRPr lang="en-US" sz="3500" b="1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  <a:p>
            <a:pPr marL="755864" lvl="1" indent="-377932">
              <a:lnSpc>
                <a:spcPts val="7282"/>
              </a:lnSpc>
              <a:buFontTx/>
              <a:buAutoNum type="arabicPeriod"/>
            </a:pPr>
            <a:r>
              <a:rPr lang="en-US" sz="3500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Render List </a:t>
            </a:r>
            <a:r>
              <a:rPr lang="en-US" sz="3500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trong</a:t>
            </a:r>
            <a:r>
              <a:rPr lang="en-US" sz="3500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React</a:t>
            </a:r>
          </a:p>
          <a:p>
            <a:pPr marL="377932" lvl="1">
              <a:lnSpc>
                <a:spcPts val="7282"/>
              </a:lnSpc>
            </a:pPr>
            <a:r>
              <a:rPr lang="en-US" sz="3500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3. </a:t>
            </a:r>
            <a:r>
              <a:rPr lang="en-US" sz="3500" b="1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Bài</a:t>
            </a:r>
            <a:r>
              <a:rPr lang="en-US" sz="3500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5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tập</a:t>
            </a:r>
            <a:r>
              <a:rPr lang="en-US" sz="35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5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thực</a:t>
            </a:r>
            <a:r>
              <a:rPr lang="en-US" sz="35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5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hành</a:t>
            </a:r>
            <a:r>
              <a:rPr lang="en-US" sz="35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5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tại</a:t>
            </a:r>
            <a:r>
              <a:rPr lang="en-US" sz="3500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3500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lớp</a:t>
            </a:r>
            <a:endParaRPr lang="en-US" sz="3500" b="1" dirty="0" smtClean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2400" y="1104900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Props </a:t>
            </a:r>
            <a:r>
              <a:rPr lang="en-US" sz="6999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là</a:t>
            </a:r>
            <a:r>
              <a:rPr lang="en-US" sz="6999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999" b="1" dirty="0" err="1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gì</a:t>
            </a:r>
            <a:r>
              <a:rPr lang="en-US" sz="6999" b="1" dirty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15053" y="3543300"/>
            <a:ext cx="8909947" cy="40395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23850" lvl="1">
              <a:lnSpc>
                <a:spcPts val="4500"/>
              </a:lnSpc>
            </a:pPr>
            <a:r>
              <a:rPr lang="vi-VN" sz="3200" dirty="0"/>
              <a:t>Trong React, props (viết tắt của "properties") là một cách để truyền dữ liệu từ component cha xuống component con. </a:t>
            </a:r>
            <a:endParaRPr lang="en-US" sz="3200" dirty="0" smtClean="0"/>
          </a:p>
          <a:p>
            <a:pPr marL="323850" lvl="1">
              <a:lnSpc>
                <a:spcPts val="4500"/>
              </a:lnSpc>
            </a:pPr>
            <a:endParaRPr lang="en-US" sz="3200" dirty="0"/>
          </a:p>
          <a:p>
            <a:pPr marL="323850" lvl="1">
              <a:lnSpc>
                <a:spcPts val="4500"/>
              </a:lnSpc>
            </a:pPr>
            <a:r>
              <a:rPr lang="vi-VN" sz="3200" dirty="0" smtClean="0"/>
              <a:t>Props </a:t>
            </a:r>
            <a:r>
              <a:rPr lang="vi-VN" sz="3200" dirty="0"/>
              <a:t>cho phép bạn truyền thông tin và cấu hình cho các component, giúp chúng có thể tái sử dụng và cấu hình linh hoạt hơn.</a:t>
            </a:r>
            <a:endParaRPr lang="en-US" sz="3200" dirty="0">
              <a:solidFill>
                <a:srgbClr val="1E293B"/>
              </a:solidFill>
              <a:latin typeface="Bricolage Grotesque Bold" panose="020B0604020202020204" charset="0"/>
              <a:ea typeface="Bricolage Grotesque"/>
              <a:cs typeface="Bricolage Grotesque"/>
              <a:sym typeface="Bricolage Grotesque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3314700"/>
            <a:ext cx="7677150" cy="46179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66900"/>
            <a:ext cx="7318507" cy="73914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800" y="1896975"/>
            <a:ext cx="8058150" cy="736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627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0" y="630238"/>
            <a:ext cx="182880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Render List</a:t>
            </a:r>
            <a:endParaRPr lang="en-US" sz="6999" b="1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501" y="2019300"/>
            <a:ext cx="12062997" cy="77579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13487400" y="2095500"/>
            <a:ext cx="4343400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spcBef>
                <a:spcPct val="0"/>
              </a:spcBef>
            </a:pPr>
            <a:r>
              <a:rPr lang="en-US" sz="6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Bài</a:t>
            </a:r>
            <a:r>
              <a:rPr lang="en-US" sz="6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tập</a:t>
            </a:r>
            <a:r>
              <a:rPr lang="en-US" sz="6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thực</a:t>
            </a:r>
            <a:r>
              <a:rPr lang="en-US" sz="6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hành</a:t>
            </a:r>
            <a:r>
              <a:rPr lang="en-US" sz="6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tại</a:t>
            </a:r>
            <a:r>
              <a:rPr lang="en-US" sz="6000" b="1" u="none" strike="noStrike" dirty="0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 </a:t>
            </a:r>
            <a:r>
              <a:rPr lang="en-US" sz="6000" b="1" u="none" strike="noStrike" dirty="0" err="1" smtClean="0">
                <a:solidFill>
                  <a:srgbClr val="1E293B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lớp</a:t>
            </a:r>
            <a:endParaRPr lang="en-US" sz="6000" b="1" u="none" strike="noStrike" dirty="0">
              <a:solidFill>
                <a:srgbClr val="1E293B"/>
              </a:solidFill>
              <a:latin typeface="Bricolage Grotesque Bold"/>
              <a:ea typeface="Bricolage Grotesque Bold"/>
              <a:cs typeface="Bricolage Grotesque Bold"/>
              <a:sym typeface="Bricolage Grotesque Bold"/>
            </a:endParaRPr>
          </a:p>
        </p:txBody>
      </p:sp>
      <p:grpSp>
        <p:nvGrpSpPr>
          <p:cNvPr id="14" name="Group 14"/>
          <p:cNvGrpSpPr/>
          <p:nvPr/>
        </p:nvGrpSpPr>
        <p:grpSpPr>
          <a:xfrm>
            <a:off x="15493924" y="6934200"/>
            <a:ext cx="3467057" cy="4305236"/>
            <a:chOff x="0" y="0"/>
            <a:chExt cx="4622743" cy="5740315"/>
          </a:xfrm>
        </p:grpSpPr>
        <p:sp>
          <p:nvSpPr>
            <p:cNvPr id="15" name="Freeform 15"/>
            <p:cNvSpPr/>
            <p:nvPr/>
          </p:nvSpPr>
          <p:spPr>
            <a:xfrm rot="-2700000">
              <a:off x="-124706" y="1478676"/>
              <a:ext cx="4872155" cy="1665391"/>
            </a:xfrm>
            <a:custGeom>
              <a:avLst/>
              <a:gdLst/>
              <a:ahLst/>
              <a:cxnLst/>
              <a:rect l="l" t="t" r="r" b="b"/>
              <a:pathLst>
                <a:path w="4872155" h="1665391">
                  <a:moveTo>
                    <a:pt x="0" y="0"/>
                  </a:moveTo>
                  <a:lnTo>
                    <a:pt x="4872155" y="0"/>
                  </a:lnTo>
                  <a:lnTo>
                    <a:pt x="4872155" y="1665391"/>
                  </a:lnTo>
                  <a:lnTo>
                    <a:pt x="0" y="16653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xmlns="" r:embed="rId4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16" name="Group 16"/>
            <p:cNvGrpSpPr/>
            <p:nvPr/>
          </p:nvGrpSpPr>
          <p:grpSpPr>
            <a:xfrm rot="8100000">
              <a:off x="-106337" y="2577879"/>
              <a:ext cx="4835418" cy="1702128"/>
              <a:chOff x="0" y="0"/>
              <a:chExt cx="954623" cy="336039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954623" cy="336039"/>
              </a:xfrm>
              <a:custGeom>
                <a:avLst/>
                <a:gdLst/>
                <a:ahLst/>
                <a:cxnLst/>
                <a:rect l="l" t="t" r="r" b="b"/>
                <a:pathLst>
                  <a:path w="954623" h="336039">
                    <a:moveTo>
                      <a:pt x="751423" y="0"/>
                    </a:moveTo>
                    <a:cubicBezTo>
                      <a:pt x="863647" y="0"/>
                      <a:pt x="954623" y="75225"/>
                      <a:pt x="954623" y="168020"/>
                    </a:cubicBezTo>
                    <a:cubicBezTo>
                      <a:pt x="954623" y="260814"/>
                      <a:pt x="863647" y="336039"/>
                      <a:pt x="751423" y="336039"/>
                    </a:cubicBezTo>
                    <a:lnTo>
                      <a:pt x="203200" y="336039"/>
                    </a:lnTo>
                    <a:cubicBezTo>
                      <a:pt x="90976" y="336039"/>
                      <a:pt x="0" y="260814"/>
                      <a:pt x="0" y="168020"/>
                    </a:cubicBezTo>
                    <a:cubicBezTo>
                      <a:pt x="0" y="75225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1E293B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954623" cy="355089"/>
              </a:xfrm>
              <a:prstGeom prst="rect">
                <a:avLst/>
              </a:prstGeom>
            </p:spPr>
            <p:txBody>
              <a:bodyPr lIns="18752" tIns="18752" rIns="18752" bIns="18752" rtlCol="0" anchor="ctr"/>
              <a:lstStyle/>
              <a:p>
                <a:pPr marL="0" lvl="0" indent="0" algn="ctr">
                  <a:lnSpc>
                    <a:spcPts val="755"/>
                  </a:lnSpc>
                  <a:spcBef>
                    <a:spcPct val="0"/>
                  </a:spcBef>
                </a:pPr>
                <a:endParaRPr/>
              </a:p>
            </p:txBody>
          </p:sp>
        </p:grpSp>
      </p:grpSp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496471"/>
            <a:ext cx="11734800" cy="90431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94</Words>
  <Application>Microsoft Office PowerPoint</Application>
  <PresentationFormat>Custom</PresentationFormat>
  <Paragraphs>11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</vt:lpstr>
      <vt:lpstr>Bricolage Grotesque Bold</vt:lpstr>
      <vt:lpstr>Bricolage Grotesque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Bài thuyết trình - BUỔI 1: TỪ RAZOR VIEW SANG JSX</dc:title>
  <dc:description>Bài thuyết trình - BUỔI 1: TỪ RAZOR VIEW SANG JSX</dc:description>
  <cp:lastModifiedBy>vtrust</cp:lastModifiedBy>
  <cp:revision>11</cp:revision>
  <dcterms:created xsi:type="dcterms:W3CDTF">2006-08-16T00:00:00Z</dcterms:created>
  <dcterms:modified xsi:type="dcterms:W3CDTF">2026-01-02T02:11:10Z</dcterms:modified>
  <dc:identifier>DAG8Mi2FD9A</dc:identifier>
</cp:coreProperties>
</file>