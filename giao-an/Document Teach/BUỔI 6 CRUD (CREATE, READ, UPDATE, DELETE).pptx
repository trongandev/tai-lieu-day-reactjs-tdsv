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80" r:id="rId5"/>
    <p:sldId id="275" r:id="rId6"/>
    <p:sldId id="281" r:id="rId7"/>
    <p:sldId id="284" r:id="rId8"/>
    <p:sldId id="285" r:id="rId9"/>
    <p:sldId id="270" r:id="rId10"/>
    <p:sldId id="279" r:id="rId11"/>
  </p:sldIdLst>
  <p:sldSz cx="18288000" cy="10287000"/>
  <p:notesSz cx="6858000" cy="9144000"/>
  <p:embeddedFontLst>
    <p:embeddedFont>
      <p:font typeface="Bricolage Grotesque" panose="020B0604020202020204" charset="0"/>
      <p:regular r:id="rId12"/>
    </p:embeddedFont>
    <p:embeddedFont>
      <p:font typeface="Bricolage Grotesque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2" autoAdjust="0"/>
  </p:normalViewPr>
  <p:slideViewPr>
    <p:cSldViewPr>
      <p:cViewPr varScale="1">
        <p:scale>
          <a:sx n="77" d="100"/>
          <a:sy n="77" d="100"/>
        </p:scale>
        <p:origin x="3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2026-01-03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1.png"/><Relationship Id="rId5" Type="http://schemas.openxmlformats.org/officeDocument/2006/relationships/image" Target="../media/image30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677043" y="6462606"/>
            <a:ext cx="3467057" cy="4305236"/>
            <a:chOff x="0" y="0"/>
            <a:chExt cx="4622743" cy="5740315"/>
          </a:xfrm>
        </p:grpSpPr>
        <p:sp>
          <p:nvSpPr>
            <p:cNvPr id="5" name="Freeform 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474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371600" y="2476500"/>
            <a:ext cx="1737836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400" b="1" dirty="0"/>
              <a:t>BUỔI </a:t>
            </a:r>
            <a:r>
              <a:rPr lang="en-US" sz="6400" b="1" dirty="0"/>
              <a:t>6</a:t>
            </a:r>
            <a:r>
              <a:rPr lang="en-US" sz="6400" b="1" dirty="0"/>
              <a:t>: </a:t>
            </a:r>
            <a:r>
              <a:rPr lang="en-US" sz="6400" b="1" dirty="0" smtClean="0"/>
              <a:t>CRUD </a:t>
            </a:r>
            <a:r>
              <a:rPr lang="en-US" sz="6400" b="1" dirty="0"/>
              <a:t>(CREATE, READ, UPDATE, DELETE)</a:t>
            </a:r>
            <a:endParaRPr lang="en-US" sz="6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16205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Nội dung buổi học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0" y="3695700"/>
            <a:ext cx="9678972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Todoapp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CRUD Project</a:t>
            </a:r>
            <a:endParaRPr lang="en-US" sz="3500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3500" b="1" dirty="0" smtClean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TodoAp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CRUD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9600" y="4000500"/>
            <a:ext cx="56388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Dự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án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này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sẽ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cho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phép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bạn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thêm</a:t>
            </a:r>
            <a:r>
              <a:rPr lang="en-US" sz="3200" dirty="0" smtClean="0">
                <a:sym typeface="Bricolage Grotesque"/>
              </a:rPr>
              <a:t>, </a:t>
            </a:r>
            <a:r>
              <a:rPr lang="en-US" sz="3200" dirty="0" err="1" smtClean="0">
                <a:sym typeface="Bricolage Grotesque"/>
              </a:rPr>
              <a:t>xem</a:t>
            </a:r>
            <a:r>
              <a:rPr lang="en-US" sz="3200" dirty="0" smtClean="0">
                <a:sym typeface="Bricolage Grotesque"/>
              </a:rPr>
              <a:t>, </a:t>
            </a:r>
            <a:r>
              <a:rPr lang="en-US" sz="3200" dirty="0" err="1" smtClean="0">
                <a:sym typeface="Bricolage Grotesque"/>
              </a:rPr>
              <a:t>chỉnh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sửa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và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xóa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các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mục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trong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danh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sách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công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việc</a:t>
            </a:r>
            <a:r>
              <a:rPr lang="en-US" sz="3200" dirty="0" smtClean="0">
                <a:sym typeface="Bricolage Grotesque"/>
              </a:rPr>
              <a:t> (</a:t>
            </a:r>
            <a:r>
              <a:rPr lang="en-US" sz="3200" dirty="0" err="1" smtClean="0">
                <a:sym typeface="Bricolage Grotesque"/>
              </a:rPr>
              <a:t>todo</a:t>
            </a:r>
            <a:r>
              <a:rPr lang="en-US" sz="3200" dirty="0" smtClean="0">
                <a:sym typeface="Bricolage Grotesque"/>
              </a:rPr>
              <a:t> list)</a:t>
            </a:r>
            <a:endParaRPr lang="en-US" sz="3200" dirty="0">
              <a:solidFill>
                <a:srgbClr val="1E293B"/>
              </a:solidFill>
              <a:latin typeface="Bricolage Grotesque Bold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4" name="PixPin_2026-01-03_11-02-0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77000" y="2324100"/>
            <a:ext cx="11441723" cy="731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Cấu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trúc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lưu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trữ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bằng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useState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0" y="2915736"/>
            <a:ext cx="94488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Id: </a:t>
            </a:r>
            <a:r>
              <a:rPr lang="en-US" sz="3200" dirty="0" err="1" smtClean="0">
                <a:sym typeface="Bricolage Grotesque"/>
              </a:rPr>
              <a:t>biến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này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lấy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giá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trị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Date.now</a:t>
            </a:r>
            <a:r>
              <a:rPr lang="en-US" sz="3200" dirty="0" smtClean="0">
                <a:sym typeface="Bricolage Grotesque"/>
              </a:rPr>
              <a:t>()</a:t>
            </a:r>
          </a:p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Text: </a:t>
            </a:r>
            <a:r>
              <a:rPr lang="en-US" sz="3200" dirty="0" err="1" smtClean="0">
                <a:sym typeface="Bricolage Grotesque"/>
              </a:rPr>
              <a:t>nội</a:t>
            </a:r>
            <a:r>
              <a:rPr lang="en-US" sz="3200" dirty="0" smtClean="0">
                <a:sym typeface="Bricolage Grotesque"/>
              </a:rPr>
              <a:t> dung </a:t>
            </a:r>
            <a:r>
              <a:rPr lang="en-US" sz="3200" dirty="0" err="1" smtClean="0">
                <a:sym typeface="Bricolage Grotesque"/>
              </a:rPr>
              <a:t>công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việc</a:t>
            </a: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Completed: </a:t>
            </a:r>
            <a:r>
              <a:rPr lang="en-US" sz="3200" dirty="0" err="1" smtClean="0">
                <a:sym typeface="Bricolage Grotesque"/>
              </a:rPr>
              <a:t>là</a:t>
            </a:r>
            <a:r>
              <a:rPr lang="en-US" sz="3200" dirty="0" smtClean="0">
                <a:sym typeface="Bricolage Grotesque"/>
              </a:rPr>
              <a:t> checkbox </a:t>
            </a:r>
            <a:r>
              <a:rPr lang="en-US" sz="3200" dirty="0" err="1" smtClean="0">
                <a:sym typeface="Bricolage Grotesque"/>
              </a:rPr>
              <a:t>hiển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thị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trạng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thái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hoàn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thành</a:t>
            </a:r>
            <a:r>
              <a:rPr lang="en-US" sz="3200" dirty="0" smtClean="0">
                <a:sym typeface="Bricolage Grotesque"/>
              </a:rPr>
              <a:t> hay </a:t>
            </a:r>
            <a:r>
              <a:rPr lang="en-US" sz="3200" dirty="0" err="1" smtClean="0">
                <a:sym typeface="Bricolage Grotesque"/>
              </a:rPr>
              <a:t>chưa</a:t>
            </a:r>
            <a:endParaRPr lang="en-US" sz="3200" dirty="0" smtClean="0">
              <a:sym typeface="Bricolage Grotesqu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374111"/>
            <a:ext cx="5991225" cy="68540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5227713"/>
            <a:ext cx="4515480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2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Render data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sử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dụng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map()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11" y="3390900"/>
            <a:ext cx="17021577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2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Create new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Todo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628900"/>
            <a:ext cx="4515480" cy="4182059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 rot="7833057">
            <a:off x="5672562" y="3417268"/>
            <a:ext cx="685800" cy="2209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2857500"/>
            <a:ext cx="7824989" cy="593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9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Delete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Todo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628900"/>
            <a:ext cx="4515480" cy="4182059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 rot="7833057">
            <a:off x="5721352" y="4073307"/>
            <a:ext cx="406894" cy="2209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619500"/>
            <a:ext cx="10249149" cy="345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2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Edit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Todo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302174"/>
            <a:ext cx="4515480" cy="4182059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 rot="15195396">
            <a:off x="1827621" y="3898362"/>
            <a:ext cx="406894" cy="2209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700084"/>
            <a:ext cx="16211550" cy="32423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0311" y="2349078"/>
            <a:ext cx="717818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84421" y="495300"/>
            <a:ext cx="920454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6000" b="1" u="none" strike="noStrike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609600" y="3543300"/>
            <a:ext cx="7543800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vi-VN" sz="3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Sửa nội dung (Update nâng cao): </a:t>
            </a:r>
            <a:endParaRPr lang="en-US" sz="3200" dirty="0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23850" lvl="1">
              <a:lnSpc>
                <a:spcPts val="4500"/>
              </a:lnSpc>
            </a:pPr>
            <a:r>
              <a:rPr lang="vi-VN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 </a:t>
            </a:r>
            <a:r>
              <a:rPr lang="vi-V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bấm vào chữ (text) sẽ hiển thị ô input để sửa nội dung công việc</a:t>
            </a:r>
            <a:r>
              <a:rPr lang="vi-VN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20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Bricolage Grotesque"/>
            </a:endParaRPr>
          </a:p>
        </p:txBody>
      </p:sp>
      <p:pic>
        <p:nvPicPr>
          <p:cNvPr id="4" name="PixPin_2026-01-03_13-12-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63000" y="1562100"/>
            <a:ext cx="9041901" cy="82295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895600" y="1866900"/>
            <a:ext cx="11201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về</a:t>
            </a:r>
            <a:r>
              <a:rPr lang="en-US" sz="6000" b="1" u="none" strike="noStrike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000" b="1" u="none" strike="noStrike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nhà</a:t>
            </a:r>
            <a:endParaRPr lang="en-US" sz="6000" b="1" u="none" strike="noStrike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5493924" y="6934200"/>
            <a:ext cx="3467057" cy="4305236"/>
            <a:chOff x="0" y="0"/>
            <a:chExt cx="4622743" cy="5740315"/>
          </a:xfrm>
        </p:grpSpPr>
        <p:sp>
          <p:nvSpPr>
            <p:cNvPr id="15" name="Freeform 1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3"/>
          <p:cNvSpPr txBox="1"/>
          <p:nvPr/>
        </p:nvSpPr>
        <p:spPr>
          <a:xfrm>
            <a:off x="990600" y="4152900"/>
            <a:ext cx="73152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 err="1" smtClean="0"/>
              <a:t>Quản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lý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sinh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viên</a:t>
            </a:r>
            <a:endParaRPr lang="en-US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Danh</a:t>
            </a:r>
            <a:r>
              <a:rPr lang="en-US" sz="2800" dirty="0" smtClean="0"/>
              <a:t> </a:t>
            </a:r>
            <a:r>
              <a:rPr lang="en-US" sz="2800" dirty="0" err="1"/>
              <a:t>sách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viên</a:t>
            </a:r>
            <a:r>
              <a:rPr lang="en-US" sz="2800" dirty="0"/>
              <a:t> (</a:t>
            </a:r>
            <a:r>
              <a:rPr lang="en-US" sz="2800" dirty="0" err="1"/>
              <a:t>Mã</a:t>
            </a:r>
            <a:r>
              <a:rPr lang="en-US" sz="2800" dirty="0"/>
              <a:t> SV, </a:t>
            </a:r>
            <a:r>
              <a:rPr lang="en-US" sz="2800" dirty="0" err="1"/>
              <a:t>Tên</a:t>
            </a:r>
            <a:r>
              <a:rPr lang="en-US" sz="2800" dirty="0"/>
              <a:t>, </a:t>
            </a:r>
            <a:r>
              <a:rPr lang="en-US" sz="2800" dirty="0" err="1"/>
              <a:t>Điểm</a:t>
            </a:r>
            <a:r>
              <a:rPr lang="en-US" sz="2800" dirty="0" smtClean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Chức</a:t>
            </a:r>
            <a:r>
              <a:rPr lang="en-US" sz="2800" dirty="0" smtClean="0"/>
              <a:t> </a:t>
            </a:r>
            <a:r>
              <a:rPr lang="en-US" sz="2800" dirty="0" err="1"/>
              <a:t>năng</a:t>
            </a:r>
            <a:r>
              <a:rPr lang="en-US" sz="2800" dirty="0"/>
              <a:t>: </a:t>
            </a:r>
            <a:r>
              <a:rPr lang="en-US" sz="2800" dirty="0" err="1"/>
              <a:t>Thêm</a:t>
            </a:r>
            <a:r>
              <a:rPr lang="en-US" sz="2800" dirty="0"/>
              <a:t>, </a:t>
            </a:r>
            <a:r>
              <a:rPr lang="en-US" sz="2800" dirty="0" err="1"/>
              <a:t>Xóa</a:t>
            </a:r>
            <a:r>
              <a:rPr lang="en-US" sz="2800" dirty="0"/>
              <a:t>, </a:t>
            </a:r>
            <a:r>
              <a:rPr lang="en-US" sz="2800" dirty="0" err="1"/>
              <a:t>Sửa</a:t>
            </a:r>
            <a:r>
              <a:rPr lang="en-US" sz="2800" dirty="0"/>
              <a:t> </a:t>
            </a:r>
            <a:r>
              <a:rPr lang="en-US" sz="2800" dirty="0" err="1" smtClean="0"/>
              <a:t>điểm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Tính</a:t>
            </a:r>
            <a:r>
              <a:rPr lang="en-US" sz="2800" dirty="0" smtClean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trung</a:t>
            </a:r>
            <a:r>
              <a:rPr lang="en-US" sz="2800" dirty="0"/>
              <a:t> </a:t>
            </a:r>
            <a:r>
              <a:rPr lang="en-US" sz="2800" dirty="0" err="1"/>
              <a:t>bình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</a:t>
            </a:r>
            <a:r>
              <a:rPr lang="en-US" sz="2800" dirty="0" err="1"/>
              <a:t>lớp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hiển</a:t>
            </a:r>
            <a:r>
              <a:rPr lang="en-US" sz="2800" dirty="0"/>
              <a:t> </a:t>
            </a:r>
            <a:r>
              <a:rPr lang="en-US" sz="2800" dirty="0" err="1" smtClean="0"/>
              <a:t>thị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Xếp</a:t>
            </a:r>
            <a:r>
              <a:rPr lang="en-US" sz="2800" dirty="0" smtClean="0"/>
              <a:t> </a:t>
            </a:r>
            <a:r>
              <a:rPr lang="en-US" sz="2800" dirty="0" err="1"/>
              <a:t>loại</a:t>
            </a:r>
            <a:r>
              <a:rPr lang="en-US" sz="2800" dirty="0"/>
              <a:t> (</a:t>
            </a:r>
            <a:r>
              <a:rPr lang="en-US" sz="2800" dirty="0" err="1"/>
              <a:t>Giỏi</a:t>
            </a:r>
            <a:r>
              <a:rPr lang="en-US" sz="2800" dirty="0"/>
              <a:t>/</a:t>
            </a:r>
            <a:r>
              <a:rPr lang="en-US" sz="2800" dirty="0" err="1"/>
              <a:t>Khá</a:t>
            </a:r>
            <a:r>
              <a:rPr lang="en-US" sz="2800" dirty="0"/>
              <a:t>/TB) </a:t>
            </a:r>
            <a:r>
              <a:rPr lang="en-US" sz="2800" dirty="0" err="1"/>
              <a:t>dựa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.</a:t>
            </a:r>
            <a:endParaRPr lang="en-US" sz="2800" dirty="0"/>
          </a:p>
        </p:txBody>
      </p:sp>
      <p:pic>
        <p:nvPicPr>
          <p:cNvPr id="2" name="PixPin_2026-01-03_13-22-0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86800" y="1799051"/>
            <a:ext cx="9258300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3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183</Words>
  <Application>Microsoft Office PowerPoint</Application>
  <PresentationFormat>Custom</PresentationFormat>
  <Paragraphs>23</Paragraphs>
  <Slides>10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Bricolage Grotesque</vt:lpstr>
      <vt:lpstr>Arial</vt:lpstr>
      <vt:lpstr>Bricolage Grotesque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BUỔI 1: TỪ RAZOR VIEW SANG JSX</dc:title>
  <dc:description>Bài thuyết trình - BUỔI 1: TỪ RAZOR VIEW SANG JSX</dc:description>
  <cp:lastModifiedBy>vtrust</cp:lastModifiedBy>
  <cp:revision>25</cp:revision>
  <dcterms:created xsi:type="dcterms:W3CDTF">2006-08-16T00:00:00Z</dcterms:created>
  <dcterms:modified xsi:type="dcterms:W3CDTF">2026-01-03T06:27:29Z</dcterms:modified>
  <dc:identifier>DAG8Mi2FD9A</dc:identifier>
</cp:coreProperties>
</file>